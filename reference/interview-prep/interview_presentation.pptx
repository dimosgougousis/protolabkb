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123" y="-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639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CHEAT-SHEET  ·  ROUND 2 WITH TERESA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Across Protolabs'</a:t>
            </a:r>
            <a:endParaRPr lang="en-US" sz="4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Manufacturing Flow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frame for a 9-stage discussion — one high-value point per stage, framed for maximum impact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stages mapped  ·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strategic buckets  ·  </a:t>
            </a:r>
            <a:r>
              <a:rPr lang="en-US" sz="16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master frame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7183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process: PL_Production_Manufacturing_EN.pdf   ·   Companion narrative: memoized-questing-sphinx.md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FRAME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I </a:t>
            </a:r>
            <a:r>
              <a:rPr lang="en-US" sz="32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you	 </a:t>
            </a: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remember about 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next nine slides flows from these three commitments. If the conversation gets chaotic, return to one of these.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52044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35204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automation — it's the operating system of order-taking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CAD-order pipeline is where every commercial KPI is decided — conversion, margin, lead time, trust. Done right, AI becomes the reason Protolabs stays the fastest digital manufacturer. Done wrong, it's the fastest way to erode trust with both customers and engineers.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2651760"/>
            <a:ext cx="352044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4526280" y="2651760"/>
            <a:ext cx="3520440" cy="914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480060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Engineers are amplified, not bypassed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4937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EU AI Act, human oversight is a regulatory requirement — not a preference. Engineers move from the routine 80% to the strategic 20%: novel geometry, exotic materials, customer consulting, edge-case judgment. Every override they make trains the next model. They become teachers.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2651760"/>
            <a:ext cx="352044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8321040" y="2651760"/>
            <a:ext cx="3520440" cy="914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8595360" y="2926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3A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59536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beats parallelism — one wedge, then compound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95360" y="4937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four engineers, spreading across five parallel projects is the fastest path to five half-built systems. The CAD order pipeline is the substrate — routing, copilot, CV inspection, learning loop all reuse it. Ship narrow, let it compound, then expand.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these three when the conversation drifts. They're the spine of the narrative.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Your Project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/ 9  ·  CLIENT EDGE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contacts production team or uploads 2D/3D CAD files to the platform.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30 seconds set the perception of Protolabs as AI-native. Most competitors still force customers to know exactly what they want before the platform will respond. That's a conversion leak.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RFQ ingest — accept CAD, sketch, PDF, email, or photo, and convert anything to a structured Order Object. Meet the customer with whatever they have.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"Lower the friction to 'yes.' A mechanical engineer with 10 minutes and a rough drawing should leave with a real answer — not another form to fill out."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multimodal intake just a chatbot with extra steps?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it's a structured extraction layer. LLM turns unstructured input into a validated Order Object that every downstream layer consumes. The difference between a nice demo and an actual pipeline.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7E57C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Expert Assistance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/ 9  ·  INTERNAL 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engineers work with customers to optimize projects for quality, batch scheduling, and pricing.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stage where engineer careers are decided. Also the highest-leverage trust-building moment — if engineers see hours of their week freed up here, they become advocates.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copilot — LLM drafts customer responses grounded in the KB; engineer reviews and sends in seconds. Fastest visible win for the team you need on-side.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AI becomes their assistant, not their replacement. Hours back within a week of go-live. That's how you earn the right to ship anything bigger."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the engineers resent AI drafting their work?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if they own the final word. Frame it as 'your draft got written while you were in the meeting.' That's time back — not oversight. I'd measure adoption as a voluntary metric, not mandated.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43A0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 Production Order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/ 9  ·  MANUFACTURING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production solution found across in-house factories and supplier network to meet budget, quantity, and compliance needs.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under-rated opportunity in the portfolio. Protolabs' biggest unmatched asset is the manufacturing network — and today it's routed by rules, not by ML learning from outcomes.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factory and partner routing — learns from quality history, on-time rate, capability fit, capacity, geography, and certifications per partner per part-type. Impossible to replicate without the network.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where I'd spend the strategic-bet budget. Competitors cannot copy it because they don't have the data. Every month it runs, the moat deepens."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train it when routing labels are weak?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quote-to-actual outcomes as weak supervision — partners with better on-time rates and lower scrap get rewarded. Active learning tightens it over time. Don't need pristine labels to start compounding.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FB8C00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Finalize, Approve, Place Order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/ 9  ·  PRICING &amp; QUOTE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order; production is initiated either in-house or through a manufacturing partner.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where 1–3 percentage points of margin are typically left on the table. Every closed order funds the next version of the model; every lost order tells you how to reprice next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with confidence-aware guardrails, a quote-optimization slider for customers, and an auto-learning loop from every quote outcome back into the pricing model.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order is both revenue and training data. This is the one bucket that self-improves — accumulating compounding advantage without shipping new features."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dynamic pricing risky for B2B relationships?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unguarded. Tier-aware caps, no personalized pricing for the same customer within a window, full transparency on what drives the price. The algorithm optimizes within boundaries humans set — not against the customer.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43A0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Sample Parts (Optional)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/ 9  ·  MANUFACTURING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production begins, sample parts can be sent to the customer for final approval.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highest-stakes trust moment before signing a multi-hundred-thousand or million-part production contract. Failed sample runs kill deals quietly — and the PM never hears why.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yield model that pre-tunes process parameters to pass first-time, combined with AI-generated First Article Inspection reports using vision-based dimensional measurement.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"First-pass yield on samples is effectively your close rate on production. Instrumenting it compounds trust at the most fragile moment in the entire funnel — right before the signature."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predictive yield achievable with current data?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Per-process physics plus historical run data gives you a process-window map. The model predicts where this specific part sits inside that window and pre-tunes machine parameters. Not speculative — applied statistics with ML on top.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43A0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with Production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/ 9  ·  MANUFACTURING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parts are approved, batch or full production begins.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PMs stop at the software stack and treat the factory floor as a black box. Real industrial AI extends onto the machines themselves. Going deep here is a credibility signal — I know where cents-per-part are actually won or lost.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process control — RL-based micro-adjustment of machine parameters in real time — plus predictive maintenance for tool wear and smart scheduling across the network.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factory floor is where the economics actually happen. I'm not treating manufacturing as a black box. Compounding margin lives on the machine, not in the model."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really retrofit RL onto existing production machines?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with RL. Start with statistical process control — use it to build the sensor and data infrastructure, prove value on anomaly detection, then layer RL onto machines where payback justifies it. Sequenced, not speculative.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43A0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Assure Batch Quality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/ 9  ·  MANUFACTURING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are tested within each batch for strict quality-control adherence during production.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delivers the clearest cents-per-part savings AND the clearest regulatory defensibility under EU AI Act. Start with the process that has the worst current scrap rate — the ROI case writes itself.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inline inspection with in-process anomaly detection on sensor streams, plus auto-generated Certificates of Conformity and traceability records for every batch.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"Pick the process with the worst current scrap rate. Measurable per-part savings in two quarters. Clean case for scaling. And a clean regulatory story — human oversight kept in the loop by design."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computer vision misses a defect a human would catch?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deployment — CV flags and grades; human QC confirms. Model learns from human corrections every week. We never remove the human in year one. It's augmentation, and under EU AI Act for safety-critical parts, it stays that way by regulation.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1E88E5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Your Batches (Optional)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 / 9  ·  CLIENT EDGE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additional batches are not immediately needed, parts can be warehoused at one of Protolabs' facilities.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 is a hidden expansion lever. Every existing customer is a demand-forecast dataset we're currently wasting — expansion revenue at near-zero customer acquisition cost.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prediction with opt-in customer visibility, just-in-time batch release for warehoused parts, and demand forecasting to inform warehouse-placement optimization across the network.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"Expansion revenue without new logos. Every existing customer is a demand-forecast dataset. Predict their reorders before they ask — and every relationship gets stickier."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customers who don't want us predicting their demand?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only, and framed customer-facing as a service: 'based on your order history, here's when you'd likely need a reorder.' It's a dashboard, not surveillance. Transparency is the entire design principle.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548640" y="320040"/>
            <a:ext cx="822960" cy="822960"/>
          </a:xfrm>
          <a:prstGeom prst="ellipse">
            <a:avLst/>
          </a:prstGeom>
          <a:solidFill>
            <a:srgbClr val="7E57C2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Your Parts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50976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 / 9  ·  INTERNAL OPS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104698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logistics requirements accommodated — freight forwarding and delivery with specific carriers.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is where customer experience is actually decided. Most B2B under-invests because it feels like 'just logistics' — but a delayed shipment costs more than its freight. It costs the next reorder.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0408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28016" cy="169164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POINT TO RAISE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and route ML based on cost, time, reliability, and carbon footprint — plus proactive delay prediction and customs auto-classification that fires paperwork before humans notice.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650992"/>
            <a:ext cx="9144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868680" y="562356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delayed shipment costs more than its freight — it costs the next order. AI here converts 'we're sorry' calls into 'here's what we're already doing about it' calls."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240280"/>
            <a:ext cx="3931920" cy="4206240"/>
          </a:xfrm>
          <a:prstGeom prst="rect">
            <a:avLst/>
          </a:prstGeom>
          <a:solidFill>
            <a:srgbClr val="0B244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81381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ASKS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this just better logistics software, not really AI?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371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ANCHOR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526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— and the distinction matters. The AI is in the prediction: which shipments will slip, which need intervention, which customs filings are at risk. The rest is orchestration. You need both; pretending one is the whole answer is the common mistake.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6583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Interview Cheat Sheet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WOULD START — AND WHY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Sequencing: One Wedge, Then Compound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four engineers across five parallel projects is the fastest path to five half-built systems. Each of these unlocks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148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2148840" cy="109728"/>
          </a:xfrm>
          <a:prstGeom prst="rect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1303020" y="3108960"/>
            <a:ext cx="822960" cy="822960"/>
          </a:xfrm>
          <a:prstGeom prst="ellipse">
            <a:avLst/>
          </a:prstGeom>
          <a:solidFill>
            <a:srgbClr val="0B24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130302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Order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 — every downstream use case reuses its data flywheel, override UX, routing, and audit trail.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926080" y="2743200"/>
            <a:ext cx="2148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2926080" y="2743200"/>
            <a:ext cx="2148840" cy="10972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3589020" y="3108960"/>
            <a:ext cx="822960" cy="822960"/>
          </a:xfrm>
          <a:prstGeom prst="ellipse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58902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063240" y="4114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Partner Routing  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8960" y="49834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Protolabs' unmatched asset. Competitors can't copy without the network. Moat deepens monthly.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212080" y="2743200"/>
            <a:ext cx="2148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5212080" y="2743200"/>
            <a:ext cx="2148840" cy="109728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5875020" y="3108960"/>
            <a:ext cx="822960" cy="822960"/>
          </a:xfrm>
          <a:prstGeom prst="ellipse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87502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349240" y="4114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 Copilot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49834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visible win for the team whose trust you need. Turns skeptics into advocates in weeks.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498080" y="2743200"/>
            <a:ext cx="2148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8" name="Shape 26"/>
          <p:cNvSpPr/>
          <p:nvPr/>
        </p:nvSpPr>
        <p:spPr>
          <a:xfrm>
            <a:off x="7498080" y="2743200"/>
            <a:ext cx="2148840" cy="109728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8161020" y="3108960"/>
            <a:ext cx="822960" cy="822960"/>
          </a:xfrm>
          <a:prstGeom prst="ellipse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816102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635240" y="4114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 Inline Inspection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80960" y="49834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process with the worst scrap rate. Measurable cost-per-part savings in 2 quarters.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0120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784080" y="2743200"/>
            <a:ext cx="2148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5" name="Shape 33"/>
          <p:cNvSpPr/>
          <p:nvPr/>
        </p:nvSpPr>
        <p:spPr>
          <a:xfrm>
            <a:off x="9784080" y="2743200"/>
            <a:ext cx="2148840" cy="109728"/>
          </a:xfrm>
          <a:prstGeom prst="rect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10447020" y="3108960"/>
            <a:ext cx="822960" cy="822960"/>
          </a:xfrm>
          <a:prstGeom prst="ellipse">
            <a:avLst/>
          </a:prstGeom>
          <a:solidFill>
            <a:srgbClr val="FB8C00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7" name="Text 35"/>
          <p:cNvSpPr/>
          <p:nvPr/>
        </p:nvSpPr>
        <p:spPr>
          <a:xfrm>
            <a:off x="10447020" y="3108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9921240" y="4114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Quote→Actual Loop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966960" y="49834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learning cycle. Pricing model self-improves every month without new features.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beats parallelism. </a:t>
            </a:r>
            <a:r>
              <a:rPr lang="en-US" sz="1300" i="1" dirty="0">
                <a:solidFill>
                  <a:srgbClr val="7835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unlocks the next — and the foundation compounds long after I'm shipped on something else.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TERESA REMEMBERS ONLY ONE THING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9601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job isn't to ship AI.</a:t>
            </a:r>
            <a:endParaRPr lang="en-US" sz="2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job is to make Protolabs measurably faster</a:t>
            </a:r>
            <a:endParaRPr lang="en-US" sz="2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more trusted than anyone else in digital manufacturing —</a:t>
            </a:r>
            <a:endParaRPr lang="en-US" sz="2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to do it in a way engineers want to use,</a:t>
            </a:r>
            <a:endParaRPr lang="en-US" sz="2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trust, and regulators can audit.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94960" y="5212080"/>
            <a:ext cx="1371600" cy="274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73152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not being bypassed. You're being amplified 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you're becoming the people who decide what good looks like.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71838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Protolabs TPM-AI  ·  Round 2 with Teresa  ·  Interview cheat-sheet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2333</Words>
  <Application>Microsoft Office PowerPoint</Application>
  <PresentationFormat>Widescreen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Protolabs TPM-AI — Interview Cheat Sheet</dc:title>
  <dc:subject>PptxGenJS Presentation</dc:subject>
  <dc:creator>Dimos</dc:creator>
  <cp:lastModifiedBy>Dimos Gougousis</cp:lastModifiedBy>
  <cp:revision>2</cp:revision>
  <dcterms:created xsi:type="dcterms:W3CDTF">2026-04-17T17:14:28Z</dcterms:created>
  <dcterms:modified xsi:type="dcterms:W3CDTF">2026-04-17T22:45:35Z</dcterms:modified>
</cp:coreProperties>
</file>